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95" autoAdjust="0"/>
  </p:normalViewPr>
  <p:slideViewPr>
    <p:cSldViewPr snapToGrid="0" snapToObjects="1">
      <p:cViewPr varScale="1">
        <p:scale>
          <a:sx n="135" d="100"/>
          <a:sy n="135" d="100"/>
        </p:scale>
        <p:origin x="88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61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74320"/>
            <a:ext cx="1645920" cy="1645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00400"/>
            <a:ext cx="914400" cy="914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474720"/>
            <a:ext cx="1097280" cy="10972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DataVault AI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Your Data. No SQL Required.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Analytics Platform  |  April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2633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41248"/>
            <a:ext cx="263347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4241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Trapped in Spreadsheets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2322576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41448"/>
            <a:ext cx="2313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hours manually filtering, pivoting, and copy-pasting across CSV and Excel files just to answer basic business questions.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841248"/>
            <a:ext cx="2633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841248"/>
            <a:ext cx="263347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042416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627632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Expertise Required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474720" y="2322576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41448"/>
            <a:ext cx="2313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meaningful insights from structured data requires SQL knowledge that most business users and analysts simply do not have.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841248"/>
            <a:ext cx="263347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41248"/>
            <a:ext cx="263347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042416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627632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Upload Risks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09360" y="2322576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41448"/>
            <a:ext cx="2313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sensitive business data to cloud-based AI tools creates compliance risks, data privacy concerns, and loss of control over your own information.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3767328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3767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161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File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624328"/>
            <a:ext cx="221284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7889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any CSV or Excel file. DataVault AI ingests, cleans, and prepares it instantly.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51760" cy="3767328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960120"/>
            <a:ext cx="54864" cy="3767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12161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38728" y="1965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38728" y="2624328"/>
            <a:ext cx="221284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27889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 naturally - "Show me top 5 customers by revenue last quarter" - no SQL needed.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651760" cy="3767328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960120"/>
            <a:ext cx="54864" cy="3767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2161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19088" y="1965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Insights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19088" y="2624328"/>
            <a:ext cx="221284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7889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narrated answer, a formatted data table, and one-click PDF or Excel export.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13532" y="2514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93892" y="2514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617720" y="77724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7840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or Excel file - auto-cleaned and loaded into a local database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709928"/>
            <a:ext cx="3246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5000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checks run instantly - flagging nulls, duplicates, and data issues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081528"/>
            <a:ext cx="3246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72160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 in plain English in the chat interface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7840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78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8686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asks clarifying questions if your query is ambiguous - before running anything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1709928"/>
            <a:ext cx="3337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35000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2402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generated, validated, and executed against your local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3081528"/>
            <a:ext cx="3337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72160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6118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narrated in structured markdown - with PDF and Excel export in one click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60604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plain English. No SQL, no formulas, no technical knowledge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804672"/>
            <a:ext cx="260604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804672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005840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3167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Clarification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56432" y="181051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a query, the AI asks targeted questions if your request is ambiguous - preventing meaningless results.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804672"/>
            <a:ext cx="260604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804672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100584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3167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72784" y="181051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automated rules run at upload to flag nulls, duplicates, formatting issues, and bad data before you query.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2724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381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Queries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follow-up mode to scope your next question to the previous result - drill down without re-running from scratch.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73552" y="2926080"/>
            <a:ext cx="260604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73552" y="2926080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56432" y="312724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34381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Excel Export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56432" y="3931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any result - formatted landscape PDF or styled .xlsx with headers and auto-fitted columns.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9904" y="2926080"/>
            <a:ext cx="260604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292608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312724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34381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72784" y="39319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saved locally. Return to any past conversation, reload results, and continue where you left off.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02336" y="1033272"/>
            <a:ext cx="14264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10332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1307592"/>
            <a:ext cx="301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" y="2194560"/>
            <a:ext cx="15727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table structure and </a:t>
            </a:r>
            <a:r>
              <a:rPr lang="en-US" sz="15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the AI full context.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30552" y="1033272"/>
            <a:ext cx="14264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0552" y="10332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en-US" sz="1200" dirty="0"/>
              <a:t>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</a:p>
        </p:txBody>
      </p:sp>
      <p:sp>
        <p:nvSpPr>
          <p:cNvPr id="9" name="Text 7"/>
          <p:cNvSpPr/>
          <p:nvPr/>
        </p:nvSpPr>
        <p:spPr>
          <a:xfrm>
            <a:off x="3557016" y="1307592"/>
            <a:ext cx="301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194560"/>
            <a:ext cx="15727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at temperature 0.0 - fully deterministic DuckDB SQL.</a:t>
            </a:r>
          </a:p>
        </p:txBody>
      </p:sp>
      <p:sp>
        <p:nvSpPr>
          <p:cNvPr id="11" name="Shape 9"/>
          <p:cNvSpPr/>
          <p:nvPr/>
        </p:nvSpPr>
        <p:spPr>
          <a:xfrm>
            <a:off x="3858768" y="1033272"/>
            <a:ext cx="14264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0332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</a:p>
        </p:txBody>
      </p:sp>
      <p:sp>
        <p:nvSpPr>
          <p:cNvPr id="13" name="Text 11"/>
          <p:cNvSpPr/>
          <p:nvPr/>
        </p:nvSpPr>
        <p:spPr>
          <a:xfrm>
            <a:off x="5285232" y="1307592"/>
            <a:ext cx="301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85616" y="2194560"/>
            <a:ext cx="15727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INSERT, UPDATE, DELETE, DROP before execution. Read-only guaranteed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86984" y="1033272"/>
            <a:ext cx="14264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6984" y="10332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</a:p>
        </p:txBody>
      </p:sp>
      <p:sp>
        <p:nvSpPr>
          <p:cNvPr id="17" name="Text 15"/>
          <p:cNvSpPr/>
          <p:nvPr/>
        </p:nvSpPr>
        <p:spPr>
          <a:xfrm>
            <a:off x="7013448" y="1307592"/>
            <a:ext cx="301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13832" y="2194560"/>
            <a:ext cx="15727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SELECT on local DuckDB file. Auto-retries once on first failure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033272"/>
            <a:ext cx="14264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0332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</a:p>
        </p:txBody>
      </p:sp>
      <p:sp>
        <p:nvSpPr>
          <p:cNvPr id="21" name="Text 19"/>
          <p:cNvSpPr/>
          <p:nvPr/>
        </p:nvSpPr>
        <p:spPr>
          <a:xfrm>
            <a:off x="7242048" y="2194560"/>
            <a:ext cx="15727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result to structured markdown. Verifies every number against raw data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" y="4462272"/>
            <a:ext cx="8339328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4462272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11-node pipeline: fast_path  |  follow_up_detector  |  schema_loader  |  table_selector  |  cte_builder  |  sql_generator  |  validator  |  executor  |  empty_check  |  narrator  |  grounding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261872" cy="9692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12618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47088" y="987552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7088" y="98755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NiceGUI &gt;= 1.4.0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21024" y="987552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98755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Python 3.10+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987552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98755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+ chat tabs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68896" y="987552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98755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desktop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37944"/>
            <a:ext cx="1261872" cy="9692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37944"/>
            <a:ext cx="12618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47088" y="2048256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204825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LangGraph &gt;= 1.0.0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21024" y="2048256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04825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OpenRouter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2048256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04825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DeepSeek V3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68896" y="2048256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2048256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httpx (raw HTTP)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98648"/>
            <a:ext cx="1261872" cy="9692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98648"/>
            <a:ext cx="12618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47088" y="3108960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088" y="3108960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DuckDB &gt;= 0.10.0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21024" y="3108960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3108960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pandas &gt;= 2.0.0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3108960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108960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SQLite (stdlib)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68896" y="3108960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3108960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analytics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959352"/>
            <a:ext cx="1261872" cy="9692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59352"/>
            <a:ext cx="12618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Layer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47088" y="4169664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47088" y="4169664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fpdf2 &gt;= 2.7.0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21024" y="4169664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21024" y="4169664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openpyxl &gt;= 3.1.0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94960" y="4169664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4169664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A4 PDF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68896" y="4169664"/>
            <a:ext cx="1664208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4169664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.xlsx export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4AD987-8515-50DA-D23D-5C5B3634E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048" y="1041763"/>
            <a:ext cx="461431" cy="461431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4CABFA3-A604-4902-37E0-62CD7C8E1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009" y="1082769"/>
            <a:ext cx="420425" cy="42042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1826CF1-84B6-C31C-1618-952F0D36C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048" y="2165207"/>
            <a:ext cx="369272" cy="369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D2D597F-EBEB-AEAF-8EEF-6A0A7D04F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009" y="2136416"/>
            <a:ext cx="390608" cy="39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E4DF4AE-94BB-B5F9-1116-E5987B29E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138" y="2110807"/>
            <a:ext cx="415456" cy="41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F915D15F-303B-C9C7-FCFB-B194BDE32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912" y="2135655"/>
            <a:ext cx="390608" cy="39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FE93D4C1-2B3B-7006-AA5F-E5D459C68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048" y="3177010"/>
            <a:ext cx="430828" cy="430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BCFB131-EF79-76D8-45AA-8FE2DB3A81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2138" y="3177010"/>
            <a:ext cx="432479" cy="432479"/>
          </a:xfrm>
          <a:prstGeom prst="rect">
            <a:avLst/>
          </a:prstGeom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21623A66-EC21-EBC9-DE9A-A8D221043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138" y="3177010"/>
            <a:ext cx="415456" cy="41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pdf2 logo">
            <a:extLst>
              <a:ext uri="{FF2B5EF4-FFF2-40B4-BE49-F238E27FC236}">
                <a16:creationId xmlns:a16="http://schemas.microsoft.com/office/drawing/2014/main" id="{5D43B83D-1603-F22E-BD7E-B25AC1FFF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048" y="4254419"/>
            <a:ext cx="397417" cy="39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DB1AD6F-4FE3-B466-8E6F-766983D302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2138" y="4272533"/>
            <a:ext cx="361188" cy="3611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checks on every upload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17720" y="768096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418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8229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table - zero rows detected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002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148132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dataset - fewer than 5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585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" y="213969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- more than 5% identical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169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279806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null rate - column over 80% empty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92424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7530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" y="345643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Near-constant column - only 1 unique value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3367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4114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All-unique text column - likely an ID field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1271016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271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9512" y="115214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Null-like placeholders - N/A, none, NULL stored as text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1746504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1929384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9512" y="181051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text as VARCHAR - $1,200 stored as text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2404872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587752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39512" y="246888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Unparseable temporal column - date can't be parsed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3063240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24612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39512" y="312724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dates - max date beyond today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3721608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3904488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39512" y="378561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values - amount or quantity columns unexpected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188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24688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Never Leaves Your Machine.</a:t>
            </a:r>
          </a:p>
        </p:txBody>
      </p:sp>
      <p:sp>
        <p:nvSpPr>
          <p:cNvPr id="7" name="Text 5"/>
          <p:cNvSpPr/>
          <p:nvPr/>
        </p:nvSpPr>
        <p:spPr>
          <a:xfrm>
            <a:off x="3200400" y="950976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DataVault AI runs entirely on your local environment - no cloud, no third-party storage, no exposure.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810512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719072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uploaded files stored in a single local DuckDB file on your machine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2487168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2395728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and results saved in a local SQLite database only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3163824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3072384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contents, results, or metadata sent to any external server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0" y="384048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3749040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question text and </a:t>
            </a:r>
            <a:r>
              <a:rPr lang="en-US" sz="12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schema sent to the AI model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never your actual data rows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809744"/>
            <a:ext cx="55778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by design.  Compliant by default.</a:t>
            </a:r>
            <a:endParaRPr lang="en-US" sz="1200" dirty="0">
              <a:solidFill>
                <a:srgbClr val="0D9488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EA94B3-89D4-A3D7-D8CA-75D59B389F5A}"/>
              </a:ext>
            </a:extLst>
          </p:cNvPr>
          <p:cNvCxnSpPr>
            <a:cxnSpLocks/>
          </p:cNvCxnSpPr>
          <p:nvPr/>
        </p:nvCxnSpPr>
        <p:spPr>
          <a:xfrm>
            <a:off x="3227832" y="859740"/>
            <a:ext cx="5400000" cy="1351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 Reliability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332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19072" y="1033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19072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/deepseek-chat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21208" y="201993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91277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91277"/>
            <a:ext cx="64008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64429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19072" y="2364429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Haiku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19072" y="2794197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anthropic/claude-3.5-haiku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3071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75077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75077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6804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19072" y="36804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19072" y="41102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openai/gpt-4o-mini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960120"/>
            <a:ext cx="37490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12080" y="1572768"/>
            <a:ext cx="33832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7190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temperature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0" y="17190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0.0 - fully deterministic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0" y="22219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temp.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32320" y="222199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0.3 - natural prose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12080" y="27249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per call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2320" y="272491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080" y="3227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provider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0" y="32278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12080" y="3730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132320" y="37307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(covers all 3 models)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394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1591056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562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764792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A4 format - optimized for wide data 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320780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Auto-fitted column widths for clean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0815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39797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row shading for readability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941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552445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formatted header row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3068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165093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browser download - no save dialog needed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822960"/>
            <a:ext cx="4114800" cy="394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5810" y="822960"/>
            <a:ext cx="41148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9601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(.xlsx)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74920" y="1591056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185623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1695575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openpyxl styling applied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246888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2327147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header row with auto-fit column widths (capped at 50 chars)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3081528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2942504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top row for easy scrolling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3694176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3531448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Filter-ready columns out of the box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4306824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144758"/>
            <a:ext cx="344728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browser download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676" y="48251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exports run in a background thread - the UI stays fully responsive during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DataVault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6984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seconds. No pivot tables, no VLOOKUP chains, no waiting for a data analyst to get back to you.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868680"/>
            <a:ext cx="64008" cy="1874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06984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Required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English. Every member of your team - sales, finance, operations - can query data directly.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98648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98648"/>
            <a:ext cx="6400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9981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675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local. Your data stays on your machine. Zero cloud risk. Zero compliance exposure. Zero data handed to a third party.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2898648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898648"/>
            <a:ext cx="6400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09981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3675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costs ~$0.27 per 1M input tokens. A typical query costs a fraction of a cent - orders of magnitude cheaper than enterprise BI tools.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633472" cy="40357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263347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9264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API Key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13432"/>
            <a:ext cx="23134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OpenRouter API key to the .env file in the project root.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2313432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57600"/>
            <a:ext cx="2313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OPENROUTER_API_KEY=sk-...</a:t>
            </a:r>
            <a:endParaRPr lang="en-US" sz="900" dirty="0">
              <a:solidFill>
                <a:srgbClr val="00B05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4700" y="804672"/>
            <a:ext cx="2633472" cy="40357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4700" y="804672"/>
            <a:ext cx="263347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969264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1719072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Setup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313432"/>
            <a:ext cx="23134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setup.bat - it creates a virtual environment, installs all dependencies, and runs smoke tests automatically.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0" y="3657600"/>
            <a:ext cx="2313432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657600"/>
            <a:ext cx="2313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00B050"/>
                </a:solidFill>
                <a:latin typeface="Consolas" pitchFamily="34" charset="0"/>
              </a:rPr>
              <a:t>setup.bat</a:t>
            </a:r>
          </a:p>
        </p:txBody>
      </p:sp>
      <p:sp>
        <p:nvSpPr>
          <p:cNvPr id="18" name="Shape 16"/>
          <p:cNvSpPr/>
          <p:nvPr/>
        </p:nvSpPr>
        <p:spPr>
          <a:xfrm>
            <a:off x="6126480" y="804672"/>
            <a:ext cx="2633472" cy="40357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04672"/>
            <a:ext cx="263347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969264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1719072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App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313432"/>
            <a:ext cx="23134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start_chatbot.bat - the app opens in your default browser. Upload a CSV or Excel file and start asking questions.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3657600"/>
            <a:ext cx="2313432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293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657600"/>
            <a:ext cx="2313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00B050"/>
                </a:solidFill>
                <a:latin typeface="Consolas" pitchFamily="34" charset="0"/>
              </a:rPr>
              <a:t>start_DataVault_AI.bat</a:t>
            </a:r>
          </a:p>
        </p:txBody>
      </p:sp>
      <p:sp>
        <p:nvSpPr>
          <p:cNvPr id="25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74336"/>
            <a:ext cx="82296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DataVault AI - Local AI Analytics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1172</Words>
  <Application>Microsoft Office PowerPoint</Application>
  <PresentationFormat>On-screen Show (16:9)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DataVault AI</dc:title>
  <dc:subject>PptxGenJS Presentation</dc:subject>
  <dc:creator>Yoghesh</dc:creator>
  <cp:lastModifiedBy>yoghesh vm</cp:lastModifiedBy>
  <cp:revision>11</cp:revision>
  <dcterms:created xsi:type="dcterms:W3CDTF">2026-04-15T17:48:42Z</dcterms:created>
  <dcterms:modified xsi:type="dcterms:W3CDTF">2026-04-18T08:59:15Z</dcterms:modified>
</cp:coreProperties>
</file>